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61" r:id="rId3"/>
    <p:sldId id="259" r:id="rId4"/>
    <p:sldId id="302" r:id="rId5"/>
    <p:sldId id="304" r:id="rId6"/>
    <p:sldId id="270" r:id="rId7"/>
    <p:sldId id="298" r:id="rId8"/>
    <p:sldId id="299" r:id="rId9"/>
    <p:sldId id="265" r:id="rId10"/>
    <p:sldId id="297" r:id="rId11"/>
    <p:sldId id="300" r:id="rId12"/>
    <p:sldId id="301" r:id="rId13"/>
    <p:sldId id="303" r:id="rId14"/>
    <p:sldId id="264" r:id="rId15"/>
    <p:sldId id="296" r:id="rId16"/>
  </p:sldIdLst>
  <p:sldSz cx="9144000" cy="5143500" type="screen16x9"/>
  <p:notesSz cx="6858000" cy="9144000"/>
  <p:embeddedFontLst>
    <p:embeddedFont>
      <p:font typeface="Aptos ExtraBold" panose="020B0004020202020204" pitchFamily="34" charset="0"/>
      <p:bold r:id="rId18"/>
      <p:boldItalic r:id="rId19"/>
    </p:embeddedFont>
    <p:embeddedFont>
      <p:font typeface="Arial Narrow" panose="020B0606020202030204" pitchFamily="34" charset="0"/>
      <p:regular r:id="rId20"/>
      <p:bold r:id="rId21"/>
      <p:italic r:id="rId22"/>
      <p:boldItalic r:id="rId23"/>
    </p:embeddedFont>
    <p:embeddedFont>
      <p:font typeface="Britannic Bold" panose="020B0903060703020204" pitchFamily="34" charset="0"/>
      <p:regular r:id="rId24"/>
    </p:embeddedFont>
    <p:embeddedFont>
      <p:font typeface="Montserrat ExtraBold" panose="00000900000000000000" pitchFamily="2" charset="0"/>
      <p:bold r:id="rId25"/>
      <p:boldItalic r:id="rId26"/>
    </p:embeddedFont>
    <p:embeddedFont>
      <p:font typeface="Nunito Light" pitchFamily="2" charset="0"/>
      <p:regular r:id="rId27"/>
      <p:italic r:id="rId28"/>
    </p:embeddedFont>
    <p:embeddedFont>
      <p:font typeface="Syne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B203F0-FB3A-4456-997D-E0EE815D3C82}">
  <a:tblStyle styleId="{EDB203F0-FB3A-4456-997D-E0EE815D3C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1233742-5182-4438-BAF6-57657DDDB07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710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6579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910c9cffe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910c9cffe2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>
          <a:extLst>
            <a:ext uri="{FF2B5EF4-FFF2-40B4-BE49-F238E27FC236}">
              <a16:creationId xmlns:a16="http://schemas.microsoft.com/office/drawing/2014/main" id="{5F4452FB-023A-946A-9F03-C9A8D3C04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910c9cffe2_0_56:notes">
            <a:extLst>
              <a:ext uri="{FF2B5EF4-FFF2-40B4-BE49-F238E27FC236}">
                <a16:creationId xmlns:a16="http://schemas.microsoft.com/office/drawing/2014/main" id="{F3CCA4D9-9C33-496F-DB68-14466C702E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910c9cffe2_0_56:notes">
            <a:extLst>
              <a:ext uri="{FF2B5EF4-FFF2-40B4-BE49-F238E27FC236}">
                <a16:creationId xmlns:a16="http://schemas.microsoft.com/office/drawing/2014/main" id="{CED4E98B-50AD-360F-F696-900B76687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9036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>
          <a:extLst>
            <a:ext uri="{FF2B5EF4-FFF2-40B4-BE49-F238E27FC236}">
              <a16:creationId xmlns:a16="http://schemas.microsoft.com/office/drawing/2014/main" id="{3200134B-BD6F-5048-01A5-4BC3820F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910c9cffe2_0_56:notes">
            <a:extLst>
              <a:ext uri="{FF2B5EF4-FFF2-40B4-BE49-F238E27FC236}">
                <a16:creationId xmlns:a16="http://schemas.microsoft.com/office/drawing/2014/main" id="{EC06D740-5EC0-A408-445D-32B5B478B9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910c9cffe2_0_56:notes">
            <a:extLst>
              <a:ext uri="{FF2B5EF4-FFF2-40B4-BE49-F238E27FC236}">
                <a16:creationId xmlns:a16="http://schemas.microsoft.com/office/drawing/2014/main" id="{EB283F3E-C34A-6E06-D579-399C998B8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08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910c9cffe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910c9cffe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2">
              <a:alphaModFix amt="80000"/>
            </a:blip>
            <a:srcRect t="855" b="855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/>
            <p:cNvPicPr preferRelativeResize="0"/>
            <p:nvPr/>
          </p:nvPicPr>
          <p:blipFill rotWithShape="1">
            <a:blip r:embed="rId3">
              <a:alphaModFix/>
            </a:blip>
            <a:srcRect l="21044" t="8363" r="62691" b="137"/>
            <a:stretch/>
          </p:blipFill>
          <p:spPr>
            <a:xfrm rot="5400000">
              <a:off x="5722500" y="-2388750"/>
              <a:ext cx="1032750" cy="581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3"/>
            <p:cNvPicPr preferRelativeResize="0"/>
            <p:nvPr/>
          </p:nvPicPr>
          <p:blipFill rotWithShape="1">
            <a:blip r:embed="rId4">
              <a:alphaModFix/>
            </a:blip>
            <a:srcRect l="10459" t="34065" r="12116" b="48253"/>
            <a:stretch/>
          </p:blipFill>
          <p:spPr>
            <a:xfrm rot="10800000">
              <a:off x="7182500" y="0"/>
              <a:ext cx="1961500" cy="44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"/>
            <p:cNvPicPr preferRelativeResize="0"/>
            <p:nvPr/>
          </p:nvPicPr>
          <p:blipFill rotWithShape="1">
            <a:blip r:embed="rId5">
              <a:alphaModFix/>
            </a:blip>
            <a:srcRect l="-126" t="68511" r="-4960" b="4239"/>
            <a:stretch/>
          </p:blipFill>
          <p:spPr>
            <a:xfrm rot="5400000">
              <a:off x="7756238" y="3216225"/>
              <a:ext cx="2204025" cy="57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480025" y="2808214"/>
            <a:ext cx="3950700" cy="17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4480025" y="1631923"/>
            <a:ext cx="2188500" cy="117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>
            <a:spLocks noGrp="1"/>
          </p:cNvSpPr>
          <p:nvPr>
            <p:ph type="pic" idx="3"/>
          </p:nvPr>
        </p:nvSpPr>
        <p:spPr>
          <a:xfrm flipH="1">
            <a:off x="100" y="0"/>
            <a:ext cx="38226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 amt="80000"/>
          </a:blip>
          <a:srcRect t="855" r="41806" b="855"/>
          <a:stretch/>
        </p:blipFill>
        <p:spPr>
          <a:xfrm>
            <a:off x="0" y="0"/>
            <a:ext cx="53212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074600" cy="10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ubTitle" idx="1"/>
          </p:nvPr>
        </p:nvSpPr>
        <p:spPr>
          <a:xfrm>
            <a:off x="713225" y="1790050"/>
            <a:ext cx="4074600" cy="28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>
            <a:spLocks noGrp="1"/>
          </p:cNvSpPr>
          <p:nvPr>
            <p:ph type="pic" idx="2"/>
          </p:nvPr>
        </p:nvSpPr>
        <p:spPr>
          <a:xfrm>
            <a:off x="5321300" y="0"/>
            <a:ext cx="38226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3" name="Google Shape;63;p7"/>
          <p:cNvGrpSpPr/>
          <p:nvPr/>
        </p:nvGrpSpPr>
        <p:grpSpPr>
          <a:xfrm>
            <a:off x="0" y="0"/>
            <a:ext cx="599450" cy="5143500"/>
            <a:chOff x="0" y="0"/>
            <a:chExt cx="599450" cy="5143500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3">
              <a:alphaModFix/>
            </a:blip>
            <a:srcRect l="28244" t="10999" r="62315" b="8002"/>
            <a:stretch/>
          </p:blipFill>
          <p:spPr>
            <a:xfrm>
              <a:off x="0" y="0"/>
              <a:ext cx="59945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 rotWithShape="1">
            <a:blip r:embed="rId4">
              <a:alphaModFix/>
            </a:blip>
            <a:srcRect l="10459" t="34065" r="12116" b="48253"/>
            <a:stretch/>
          </p:blipFill>
          <p:spPr>
            <a:xfrm rot="5400000" flipH="1">
              <a:off x="-756775" y="756775"/>
              <a:ext cx="1961500" cy="4479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 rotWithShape="1">
          <a:blip r:embed="rId2">
            <a:alphaModFix amt="80000"/>
          </a:blip>
          <a:srcRect t="855" b="855"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69" name="Google Shape;69;p8"/>
          <p:cNvGrpSpPr/>
          <p:nvPr/>
        </p:nvGrpSpPr>
        <p:grpSpPr>
          <a:xfrm>
            <a:off x="0" y="0"/>
            <a:ext cx="599450" cy="5143500"/>
            <a:chOff x="0" y="0"/>
            <a:chExt cx="599450" cy="5143500"/>
          </a:xfrm>
        </p:grpSpPr>
        <p:pic>
          <p:nvPicPr>
            <p:cNvPr id="70" name="Google Shape;70;p8"/>
            <p:cNvPicPr preferRelativeResize="0"/>
            <p:nvPr/>
          </p:nvPicPr>
          <p:blipFill rotWithShape="1">
            <a:blip r:embed="rId3">
              <a:alphaModFix/>
            </a:blip>
            <a:srcRect l="28244" t="10999" r="62315" b="8002"/>
            <a:stretch/>
          </p:blipFill>
          <p:spPr>
            <a:xfrm>
              <a:off x="0" y="0"/>
              <a:ext cx="59945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8"/>
            <p:cNvPicPr preferRelativeResize="0"/>
            <p:nvPr/>
          </p:nvPicPr>
          <p:blipFill rotWithShape="1">
            <a:blip r:embed="rId4">
              <a:alphaModFix/>
            </a:blip>
            <a:srcRect l="10459" t="34065" r="12116" b="48253"/>
            <a:stretch/>
          </p:blipFill>
          <p:spPr>
            <a:xfrm rot="5400000" flipH="1">
              <a:off x="-756775" y="756775"/>
              <a:ext cx="1961500" cy="4479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 rotWithShape="1">
          <a:blip r:embed="rId2">
            <a:alphaModFix amt="80000"/>
          </a:blip>
          <a:srcRect t="855" b="855"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6" name="Google Shape;76;p9"/>
          <p:cNvGrpSpPr/>
          <p:nvPr/>
        </p:nvGrpSpPr>
        <p:grpSpPr>
          <a:xfrm>
            <a:off x="-27225" y="-8033"/>
            <a:ext cx="9162425" cy="5151533"/>
            <a:chOff x="-27225" y="-8033"/>
            <a:chExt cx="9162425" cy="5151533"/>
          </a:xfrm>
        </p:grpSpPr>
        <p:pic>
          <p:nvPicPr>
            <p:cNvPr id="77" name="Google Shape;77;p9"/>
            <p:cNvPicPr preferRelativeResize="0"/>
            <p:nvPr/>
          </p:nvPicPr>
          <p:blipFill rotWithShape="1">
            <a:blip r:embed="rId3">
              <a:alphaModFix/>
            </a:blip>
            <a:srcRect l="28244" t="10999" r="62315" b="8002"/>
            <a:stretch/>
          </p:blipFill>
          <p:spPr>
            <a:xfrm>
              <a:off x="0" y="0"/>
              <a:ext cx="59945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9"/>
            <p:cNvPicPr preferRelativeResize="0"/>
            <p:nvPr/>
          </p:nvPicPr>
          <p:blipFill rotWithShape="1">
            <a:blip r:embed="rId4">
              <a:alphaModFix/>
            </a:blip>
            <a:srcRect l="34449" t="68511" r="-4956" b="4239"/>
            <a:stretch/>
          </p:blipFill>
          <p:spPr>
            <a:xfrm rot="5400000">
              <a:off x="8110038" y="445629"/>
              <a:ext cx="1478825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9"/>
            <p:cNvPicPr preferRelativeResize="0"/>
            <p:nvPr/>
          </p:nvPicPr>
          <p:blipFill rotWithShape="1">
            <a:blip r:embed="rId5">
              <a:alphaModFix/>
            </a:blip>
            <a:srcRect l="45765" t="34065" r="12117" b="48253"/>
            <a:stretch/>
          </p:blipFill>
          <p:spPr>
            <a:xfrm rot="10800000" flipH="1">
              <a:off x="-27225" y="0"/>
              <a:ext cx="1067025" cy="44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 rotWithShape="1">
            <a:blip r:embed="rId6">
              <a:alphaModFix/>
            </a:blip>
            <a:srcRect l="39276" r="16014" b="15902"/>
            <a:stretch/>
          </p:blipFill>
          <p:spPr>
            <a:xfrm flipH="1">
              <a:off x="8098975" y="3194525"/>
              <a:ext cx="1036225" cy="1948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9"/>
            <p:cNvPicPr preferRelativeResize="0"/>
            <p:nvPr/>
          </p:nvPicPr>
          <p:blipFill rotWithShape="1">
            <a:blip r:embed="rId7">
              <a:alphaModFix/>
            </a:blip>
            <a:srcRect l="16874" t="15879" r="11895" b="59697"/>
            <a:stretch/>
          </p:blipFill>
          <p:spPr>
            <a:xfrm>
              <a:off x="3099700" y="4464175"/>
              <a:ext cx="1981200" cy="679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"/>
          <p:cNvPicPr preferRelativeResize="0"/>
          <p:nvPr/>
        </p:nvPicPr>
        <p:blipFill rotWithShape="1">
          <a:blip r:embed="rId2">
            <a:alphaModFix amt="80000"/>
          </a:blip>
          <a:srcRect t="855" b="855"/>
          <a:stretch/>
        </p:blipFill>
        <p:spPr>
          <a:xfrm flipH="1">
            <a:off x="1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 txBox="1">
            <a:spLocks noGrp="1"/>
          </p:cNvSpPr>
          <p:nvPr>
            <p:ph type="title" hasCustomPrompt="1"/>
          </p:nvPr>
        </p:nvSpPr>
        <p:spPr>
          <a:xfrm>
            <a:off x="4732925" y="1723950"/>
            <a:ext cx="3424500" cy="10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subTitle" idx="1"/>
          </p:nvPr>
        </p:nvSpPr>
        <p:spPr>
          <a:xfrm>
            <a:off x="4732925" y="2715750"/>
            <a:ext cx="2242200" cy="7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1475" y="0"/>
            <a:ext cx="38226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0" name="Google Shape;90;p11"/>
          <p:cNvGrpSpPr/>
          <p:nvPr/>
        </p:nvGrpSpPr>
        <p:grpSpPr>
          <a:xfrm>
            <a:off x="3598325" y="0"/>
            <a:ext cx="5559275" cy="5143500"/>
            <a:chOff x="3598325" y="0"/>
            <a:chExt cx="5559275" cy="5143500"/>
          </a:xfrm>
        </p:grpSpPr>
        <p:pic>
          <p:nvPicPr>
            <p:cNvPr id="91" name="Google Shape;91;p11"/>
            <p:cNvPicPr preferRelativeResize="0"/>
            <p:nvPr/>
          </p:nvPicPr>
          <p:blipFill rotWithShape="1">
            <a:blip r:embed="rId3">
              <a:alphaModFix/>
            </a:blip>
            <a:srcRect l="21044" t="8366" r="62691" b="4296"/>
            <a:stretch/>
          </p:blipFill>
          <p:spPr>
            <a:xfrm rot="5400000">
              <a:off x="5854788" y="-2256462"/>
              <a:ext cx="1032750" cy="5545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1"/>
            <p:cNvPicPr preferRelativeResize="0"/>
            <p:nvPr/>
          </p:nvPicPr>
          <p:blipFill rotWithShape="1">
            <a:blip r:embed="rId4">
              <a:alphaModFix/>
            </a:blip>
            <a:srcRect l="10459" t="34065" r="12116" b="48253"/>
            <a:stretch/>
          </p:blipFill>
          <p:spPr>
            <a:xfrm rot="10800000">
              <a:off x="7182500" y="0"/>
              <a:ext cx="1961500" cy="44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1"/>
            <p:cNvPicPr preferRelativeResize="0"/>
            <p:nvPr/>
          </p:nvPicPr>
          <p:blipFill rotWithShape="1">
            <a:blip r:embed="rId5">
              <a:alphaModFix/>
            </a:blip>
            <a:srcRect l="12590" t="74277" r="-4960" b="-1583"/>
            <a:stretch/>
          </p:blipFill>
          <p:spPr>
            <a:xfrm rot="10800000">
              <a:off x="7219375" y="4570800"/>
              <a:ext cx="1937325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 rotWithShape="1">
            <a:blip r:embed="rId6">
              <a:alphaModFix/>
            </a:blip>
            <a:srcRect l="19099" t="21087" r="37403" b="21092"/>
            <a:stretch/>
          </p:blipFill>
          <p:spPr>
            <a:xfrm rot="10800000" flipH="1">
              <a:off x="8430775" y="2026275"/>
              <a:ext cx="726825" cy="966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 amt="80000"/>
          </a:blip>
          <a:srcRect t="855" b="855"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3690500" y="442475"/>
            <a:ext cx="47403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subTitle" idx="1"/>
          </p:nvPr>
        </p:nvSpPr>
        <p:spPr>
          <a:xfrm>
            <a:off x="3690500" y="1081003"/>
            <a:ext cx="47403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829000" cy="40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7"/>
          <p:cNvSpPr>
            <a:spLocks noGrp="1"/>
          </p:cNvSpPr>
          <p:nvPr>
            <p:ph type="pic" idx="3"/>
          </p:nvPr>
        </p:nvSpPr>
        <p:spPr>
          <a:xfrm>
            <a:off x="3725300" y="1804574"/>
            <a:ext cx="4705500" cy="2799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1" name="Google Shape;151;p17"/>
          <p:cNvGrpSpPr/>
          <p:nvPr/>
        </p:nvGrpSpPr>
        <p:grpSpPr>
          <a:xfrm>
            <a:off x="-1384126" y="0"/>
            <a:ext cx="10528126" cy="5143500"/>
            <a:chOff x="-1384126" y="0"/>
            <a:chExt cx="10528126" cy="5143500"/>
          </a:xfrm>
        </p:grpSpPr>
        <p:pic>
          <p:nvPicPr>
            <p:cNvPr id="152" name="Google Shape;152;p17"/>
            <p:cNvPicPr preferRelativeResize="0"/>
            <p:nvPr/>
          </p:nvPicPr>
          <p:blipFill rotWithShape="1">
            <a:blip r:embed="rId3">
              <a:alphaModFix/>
            </a:blip>
            <a:srcRect l="28244" t="10999" r="62315" b="8002"/>
            <a:stretch/>
          </p:blipFill>
          <p:spPr>
            <a:xfrm>
              <a:off x="0" y="0"/>
              <a:ext cx="59945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84126" y="88125"/>
              <a:ext cx="2097350" cy="209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7"/>
            <p:cNvPicPr preferRelativeResize="0"/>
            <p:nvPr/>
          </p:nvPicPr>
          <p:blipFill rotWithShape="1">
            <a:blip r:embed="rId5">
              <a:alphaModFix/>
            </a:blip>
            <a:srcRect t="40032" r="42243" b="38672"/>
            <a:stretch/>
          </p:blipFill>
          <p:spPr>
            <a:xfrm>
              <a:off x="7680800" y="0"/>
              <a:ext cx="1463200" cy="539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18"/>
          <p:cNvGrpSpPr/>
          <p:nvPr/>
        </p:nvGrpSpPr>
        <p:grpSpPr>
          <a:xfrm>
            <a:off x="-27225" y="-13600"/>
            <a:ext cx="9177474" cy="5170700"/>
            <a:chOff x="-27225" y="-13600"/>
            <a:chExt cx="9177474" cy="5170700"/>
          </a:xfrm>
        </p:grpSpPr>
        <p:pic>
          <p:nvPicPr>
            <p:cNvPr id="157" name="Google Shape;157;p18"/>
            <p:cNvPicPr preferRelativeResize="0"/>
            <p:nvPr/>
          </p:nvPicPr>
          <p:blipFill rotWithShape="1">
            <a:blip r:embed="rId2">
              <a:alphaModFix amt="80000"/>
            </a:blip>
            <a:srcRect t="855" b="855"/>
            <a:stretch/>
          </p:blipFill>
          <p:spPr>
            <a:xfrm flipH="1"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8"/>
            <p:cNvPicPr preferRelativeResize="0"/>
            <p:nvPr/>
          </p:nvPicPr>
          <p:blipFill rotWithShape="1">
            <a:blip r:embed="rId3">
              <a:alphaModFix/>
            </a:blip>
            <a:srcRect l="28244" t="10999" r="62315" b="8002"/>
            <a:stretch/>
          </p:blipFill>
          <p:spPr>
            <a:xfrm flipH="1">
              <a:off x="8544550" y="0"/>
              <a:ext cx="599450" cy="514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9" name="Google Shape;159;p18"/>
            <p:cNvGrpSpPr/>
            <p:nvPr/>
          </p:nvGrpSpPr>
          <p:grpSpPr>
            <a:xfrm>
              <a:off x="-27225" y="-13600"/>
              <a:ext cx="9177474" cy="5170700"/>
              <a:chOff x="-27225" y="-13600"/>
              <a:chExt cx="9177474" cy="5170700"/>
            </a:xfrm>
          </p:grpSpPr>
          <p:pic>
            <p:nvPicPr>
              <p:cNvPr id="160" name="Google Shape;160;p18"/>
              <p:cNvPicPr preferRelativeResize="0"/>
              <p:nvPr/>
            </p:nvPicPr>
            <p:blipFill rotWithShape="1">
              <a:blip r:embed="rId4">
                <a:alphaModFix/>
              </a:blip>
              <a:srcRect l="64623" t="27037" r="9733" b="7"/>
              <a:stretch/>
            </p:blipFill>
            <p:spPr>
              <a:xfrm>
                <a:off x="-20782" y="-6936"/>
                <a:ext cx="713225" cy="20292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1" name="Google Shape;161;p18"/>
              <p:cNvPicPr preferRelativeResize="0"/>
              <p:nvPr/>
            </p:nvPicPr>
            <p:blipFill rotWithShape="1">
              <a:blip r:embed="rId5">
                <a:alphaModFix/>
              </a:blip>
              <a:srcRect l="8172" t="42738" r="-5923" b="37366"/>
              <a:stretch/>
            </p:blipFill>
            <p:spPr>
              <a:xfrm rot="10800000" flipH="1">
                <a:off x="-27225" y="4653075"/>
                <a:ext cx="2476500" cy="5040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62" name="Google Shape;162;p18"/>
              <p:cNvGrpSpPr/>
              <p:nvPr/>
            </p:nvGrpSpPr>
            <p:grpSpPr>
              <a:xfrm>
                <a:off x="8098975" y="-13600"/>
                <a:ext cx="1051274" cy="2653400"/>
                <a:chOff x="8098975" y="-13600"/>
                <a:chExt cx="1051274" cy="2653400"/>
              </a:xfrm>
            </p:grpSpPr>
            <p:pic>
              <p:nvPicPr>
                <p:cNvPr id="163" name="Google Shape;163;p18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l="19908" t="55631" r="-13331" b="2511"/>
                <a:stretch/>
              </p:blipFill>
              <p:spPr>
                <a:xfrm rot="5400000">
                  <a:off x="7731599" y="527175"/>
                  <a:ext cx="1959425" cy="8778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4" name="Google Shape;164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l="39276" r="16014" b="15902"/>
                <a:stretch/>
              </p:blipFill>
              <p:spPr>
                <a:xfrm flipH="1">
                  <a:off x="8098975" y="690825"/>
                  <a:ext cx="1036225" cy="19489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713250" y="1103025"/>
            <a:ext cx="6566700" cy="23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3"/>
          <p:cNvPicPr preferRelativeResize="0"/>
          <p:nvPr/>
        </p:nvPicPr>
        <p:blipFill rotWithShape="1">
          <a:blip r:embed="rId2">
            <a:alphaModFix amt="80000"/>
          </a:blip>
          <a:srcRect t="855" b="855"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23"/>
          <p:cNvGrpSpPr/>
          <p:nvPr/>
        </p:nvGrpSpPr>
        <p:grpSpPr>
          <a:xfrm>
            <a:off x="-27225" y="-8033"/>
            <a:ext cx="9172816" cy="5151533"/>
            <a:chOff x="-27225" y="-8033"/>
            <a:chExt cx="9172816" cy="5151533"/>
          </a:xfrm>
        </p:grpSpPr>
        <p:pic>
          <p:nvPicPr>
            <p:cNvPr id="234" name="Google Shape;234;p23"/>
            <p:cNvPicPr preferRelativeResize="0"/>
            <p:nvPr/>
          </p:nvPicPr>
          <p:blipFill rotWithShape="1">
            <a:blip r:embed="rId3">
              <a:alphaModFix/>
            </a:blip>
            <a:srcRect l="28244" t="10999" r="62315" b="8002"/>
            <a:stretch/>
          </p:blipFill>
          <p:spPr>
            <a:xfrm>
              <a:off x="-10391" y="0"/>
              <a:ext cx="59945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3"/>
            <p:cNvPicPr preferRelativeResize="0"/>
            <p:nvPr/>
          </p:nvPicPr>
          <p:blipFill rotWithShape="1">
            <a:blip r:embed="rId4">
              <a:alphaModFix/>
            </a:blip>
            <a:srcRect l="34449" t="68511" r="-4956" b="4239"/>
            <a:stretch/>
          </p:blipFill>
          <p:spPr>
            <a:xfrm rot="5400000">
              <a:off x="8120428" y="445629"/>
              <a:ext cx="1478825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3"/>
            <p:cNvPicPr preferRelativeResize="0"/>
            <p:nvPr/>
          </p:nvPicPr>
          <p:blipFill rotWithShape="1">
            <a:blip r:embed="rId5">
              <a:alphaModFix/>
            </a:blip>
            <a:srcRect l="45765" t="34065" r="12117" b="48253"/>
            <a:stretch/>
          </p:blipFill>
          <p:spPr>
            <a:xfrm rot="10800000" flipH="1">
              <a:off x="-27225" y="0"/>
              <a:ext cx="1067025" cy="44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3"/>
            <p:cNvPicPr preferRelativeResize="0"/>
            <p:nvPr/>
          </p:nvPicPr>
          <p:blipFill rotWithShape="1">
            <a:blip r:embed="rId6">
              <a:alphaModFix/>
            </a:blip>
            <a:srcRect l="39276" r="16014" b="15902"/>
            <a:stretch/>
          </p:blipFill>
          <p:spPr>
            <a:xfrm flipH="1">
              <a:off x="8098975" y="3194525"/>
              <a:ext cx="1036225" cy="1948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3"/>
            <p:cNvPicPr preferRelativeResize="0"/>
            <p:nvPr/>
          </p:nvPicPr>
          <p:blipFill rotWithShape="1">
            <a:blip r:embed="rId7">
              <a:alphaModFix/>
            </a:blip>
            <a:srcRect l="16874" t="15879" r="11895" b="59697"/>
            <a:stretch/>
          </p:blipFill>
          <p:spPr>
            <a:xfrm>
              <a:off x="3099700" y="4464175"/>
              <a:ext cx="1981200" cy="679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4"/>
          <p:cNvPicPr preferRelativeResize="0"/>
          <p:nvPr/>
        </p:nvPicPr>
        <p:blipFill rotWithShape="1">
          <a:blip r:embed="rId2">
            <a:alphaModFix amt="80000"/>
          </a:blip>
          <a:srcRect t="855" b="855"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24"/>
          <p:cNvGrpSpPr/>
          <p:nvPr/>
        </p:nvGrpSpPr>
        <p:grpSpPr>
          <a:xfrm flipH="1">
            <a:off x="-10392" y="0"/>
            <a:ext cx="10538517" cy="5143500"/>
            <a:chOff x="-1384126" y="0"/>
            <a:chExt cx="10538517" cy="5143500"/>
          </a:xfrm>
        </p:grpSpPr>
        <p:pic>
          <p:nvPicPr>
            <p:cNvPr id="242" name="Google Shape;242;p24"/>
            <p:cNvPicPr preferRelativeResize="0"/>
            <p:nvPr/>
          </p:nvPicPr>
          <p:blipFill rotWithShape="1">
            <a:blip r:embed="rId3">
              <a:alphaModFix/>
            </a:blip>
            <a:srcRect l="28244" t="10999" r="62315" b="8002"/>
            <a:stretch/>
          </p:blipFill>
          <p:spPr>
            <a:xfrm>
              <a:off x="-10391" y="0"/>
              <a:ext cx="59945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84126" y="88125"/>
              <a:ext cx="2097350" cy="209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4"/>
            <p:cNvPicPr preferRelativeResize="0"/>
            <p:nvPr/>
          </p:nvPicPr>
          <p:blipFill rotWithShape="1">
            <a:blip r:embed="rId5">
              <a:alphaModFix/>
            </a:blip>
            <a:srcRect t="40032" r="42243" b="38672"/>
            <a:stretch/>
          </p:blipFill>
          <p:spPr>
            <a:xfrm>
              <a:off x="7691191" y="0"/>
              <a:ext cx="1463200" cy="539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80000"/>
          </a:blip>
          <a:srcRect t="855" b="855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1384126" y="-1049805"/>
            <a:ext cx="11598301" cy="7037205"/>
            <a:chOff x="-1384126" y="-1049805"/>
            <a:chExt cx="11598301" cy="7037205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89210" y="-1049805"/>
              <a:ext cx="2097350" cy="209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4">
              <a:alphaModFix/>
            </a:blip>
            <a:srcRect l="21044" t="10999" r="62691" b="8002"/>
            <a:stretch/>
          </p:blipFill>
          <p:spPr>
            <a:xfrm>
              <a:off x="0" y="0"/>
              <a:ext cx="103275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384126" y="3890050"/>
              <a:ext cx="2097350" cy="209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 rotWithShape="1">
            <a:blip r:embed="rId6">
              <a:alphaModFix/>
            </a:blip>
            <a:srcRect t="40509" b="36832"/>
            <a:stretch/>
          </p:blipFill>
          <p:spPr>
            <a:xfrm>
              <a:off x="7680800" y="4569474"/>
              <a:ext cx="2533375" cy="574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/>
            <p:cNvPicPr preferRelativeResize="0"/>
            <p:nvPr/>
          </p:nvPicPr>
          <p:blipFill rotWithShape="1">
            <a:blip r:embed="rId7">
              <a:alphaModFix/>
            </a:blip>
            <a:srcRect l="11699" t="22607" r="24993" b="18165"/>
            <a:stretch/>
          </p:blipFill>
          <p:spPr>
            <a:xfrm rot="10800000" flipH="1">
              <a:off x="338275" y="0"/>
              <a:ext cx="1032750" cy="966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64300" y="1099500"/>
            <a:ext cx="6047100" cy="246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64300" y="3568200"/>
            <a:ext cx="6047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009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●"/>
              <a:defRPr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○"/>
              <a:defRPr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■"/>
              <a:defRPr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●"/>
              <a:defRPr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○"/>
              <a:defRPr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■"/>
              <a:defRPr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●"/>
              <a:defRPr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○"/>
              <a:defRPr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yne"/>
              <a:buChar char="■"/>
              <a:defRPr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7" r:id="rId5"/>
    <p:sldLayoutId id="2147483658" r:id="rId6"/>
    <p:sldLayoutId id="2147483663" r:id="rId7"/>
    <p:sldLayoutId id="2147483664" r:id="rId8"/>
    <p:sldLayoutId id="2147483669" r:id="rId9"/>
    <p:sldLayoutId id="2147483670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>
            <a:spLocks noGrp="1"/>
          </p:cNvSpPr>
          <p:nvPr>
            <p:ph type="ctrTitle"/>
          </p:nvPr>
        </p:nvSpPr>
        <p:spPr>
          <a:xfrm>
            <a:off x="996065" y="185886"/>
            <a:ext cx="6047100" cy="10362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0" dirty="0"/>
              <a:t>Hotel Booking System</a:t>
            </a:r>
            <a:endParaRPr sz="3600" b="0" dirty="0"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1"/>
          </p:nvPr>
        </p:nvSpPr>
        <p:spPr>
          <a:xfrm>
            <a:off x="1892013" y="1601593"/>
            <a:ext cx="4255203" cy="21110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" sz="2000" b="1" dirty="0"/>
              <a:t>SHREENITHY RS</a:t>
            </a:r>
            <a:br>
              <a:rPr lang="en" sz="2000" b="1" dirty="0"/>
            </a:br>
            <a:r>
              <a:rPr lang="en" sz="2000" b="1" dirty="0"/>
              <a:t>727723EUCS225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" sz="2000" b="1" dirty="0"/>
              <a:t>CSE-D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pic>
        <p:nvPicPr>
          <p:cNvPr id="5122" name="Picture 2" descr="This may contain: a hand holding a smart phone with the hotel on it's screen and other items surrounding">
            <a:extLst>
              <a:ext uri="{FF2B5EF4-FFF2-40B4-BE49-F238E27FC236}">
                <a16:creationId xmlns:a16="http://schemas.microsoft.com/office/drawing/2014/main" id="{00AF6D15-67D3-91C1-D5BD-2EA5F8ACB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994" y="1601593"/>
            <a:ext cx="3110626" cy="258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Google Shape;258;p28"/>
          <p:cNvPicPr preferRelativeResize="0"/>
          <p:nvPr/>
        </p:nvPicPr>
        <p:blipFill rotWithShape="1">
          <a:blip r:embed="rId4">
            <a:alphaModFix/>
          </a:blip>
          <a:srcRect l="11699" t="22607" r="24993" b="18165"/>
          <a:stretch/>
        </p:blipFill>
        <p:spPr>
          <a:xfrm rot="10800000" flipH="1">
            <a:off x="4572000" y="3624590"/>
            <a:ext cx="1528354" cy="128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8"/>
          <p:cNvPicPr preferRelativeResize="0"/>
          <p:nvPr/>
        </p:nvPicPr>
        <p:blipFill rotWithShape="1">
          <a:blip r:embed="rId5">
            <a:alphaModFix/>
          </a:blip>
          <a:srcRect l="11137" r="11144"/>
          <a:stretch/>
        </p:blipFill>
        <p:spPr>
          <a:xfrm>
            <a:off x="7676875" y="-104217"/>
            <a:ext cx="1801300" cy="23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>
            <a:spLocks noGrp="1"/>
          </p:cNvSpPr>
          <p:nvPr>
            <p:ph type="title"/>
          </p:nvPr>
        </p:nvSpPr>
        <p:spPr>
          <a:xfrm>
            <a:off x="4283175" y="972800"/>
            <a:ext cx="2981225" cy="5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/>
              <a:t>Introduction</a:t>
            </a:r>
            <a:endParaRPr sz="2800" dirty="0"/>
          </a:p>
        </p:txBody>
      </p:sp>
      <p:pic>
        <p:nvPicPr>
          <p:cNvPr id="311" name="Google Shape;311;p33"/>
          <p:cNvPicPr preferRelativeResize="0"/>
          <p:nvPr/>
        </p:nvPicPr>
        <p:blipFill rotWithShape="1">
          <a:blip r:embed="rId3">
            <a:alphaModFix/>
          </a:blip>
          <a:srcRect l="16014" r="16014" b="5900"/>
          <a:stretch/>
        </p:blipFill>
        <p:spPr>
          <a:xfrm>
            <a:off x="3043200" y="-9250"/>
            <a:ext cx="1575400" cy="21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6B002C-5C39-403A-F8A2-EE41FC4F8A2B}"/>
              </a:ext>
            </a:extLst>
          </p:cNvPr>
          <p:cNvSpPr txBox="1"/>
          <p:nvPr/>
        </p:nvSpPr>
        <p:spPr>
          <a:xfrm>
            <a:off x="4686300" y="1796627"/>
            <a:ext cx="413893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</a:rPr>
              <a:t>This system helps guests to book rooms online easily.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</a:rPr>
              <a:t>It also helps hotel staff to manage bookings, rooms, and guests.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</a:rPr>
              <a:t>The system is secure, fast, and simple to use.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</a:schemeClr>
                </a:solidFill>
              </a:rPr>
              <a:t>Built using Spring Boot for backend and React for frontend</a:t>
            </a:r>
            <a:endParaRPr lang="en-IN" sz="1600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314" name="Google Shape;314;p33"/>
          <p:cNvPicPr preferRelativeResize="0"/>
          <p:nvPr/>
        </p:nvPicPr>
        <p:blipFill rotWithShape="1">
          <a:blip r:embed="rId4">
            <a:alphaModFix/>
          </a:blip>
          <a:srcRect l="32844" t="22608" r="7087" b="41207"/>
          <a:stretch/>
        </p:blipFill>
        <p:spPr>
          <a:xfrm rot="10800000" flipH="1">
            <a:off x="0" y="44991"/>
            <a:ext cx="1481559" cy="5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This may contain: a woman sitting on top of a chair in front of a building with a hotel sign above">
            <a:extLst>
              <a:ext uri="{FF2B5EF4-FFF2-40B4-BE49-F238E27FC236}">
                <a16:creationId xmlns:a16="http://schemas.microsoft.com/office/drawing/2014/main" id="{D43D05E3-4C51-AA96-FED3-DA2387387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549" y="0"/>
            <a:ext cx="2103616" cy="2946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5421CE-04EF-79D0-64A5-9E3956A95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150" y="2717103"/>
            <a:ext cx="2772800" cy="1600438"/>
          </a:xfrm>
          <a:prstGeom prst="rect">
            <a:avLst/>
          </a:prstGeom>
        </p:spPr>
      </p:pic>
      <p:pic>
        <p:nvPicPr>
          <p:cNvPr id="309" name="Google Shape;309;p33"/>
          <p:cNvPicPr preferRelativeResize="0"/>
          <p:nvPr/>
        </p:nvPicPr>
        <p:blipFill rotWithShape="1">
          <a:blip r:embed="rId7">
            <a:alphaModFix/>
          </a:blip>
          <a:srcRect l="16874" t="13785" r="11895" b="39642"/>
          <a:stretch/>
        </p:blipFill>
        <p:spPr>
          <a:xfrm>
            <a:off x="2671250" y="3453142"/>
            <a:ext cx="1981200" cy="160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074600" cy="10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 Statement</a:t>
            </a:r>
            <a:endParaRPr dirty="0"/>
          </a:p>
        </p:txBody>
      </p:sp>
      <p:sp>
        <p:nvSpPr>
          <p:cNvPr id="290" name="Google Shape;290;p31"/>
          <p:cNvSpPr txBox="1">
            <a:spLocks noGrp="1"/>
          </p:cNvSpPr>
          <p:nvPr>
            <p:ph type="subTitle" idx="1"/>
          </p:nvPr>
        </p:nvSpPr>
        <p:spPr>
          <a:xfrm>
            <a:off x="1097350" y="1393213"/>
            <a:ext cx="4074600" cy="30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/>
              <a:t>Many hotels still use manual booking systems.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/>
              <a:t>This can cause double bookings and confusion.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/>
              <a:t>Guests may face trouble during booking.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/>
              <a:t>Hotels need a system that works online, fast, and without mistakes</a:t>
            </a:r>
            <a:r>
              <a:rPr lang="en-US" sz="1400" dirty="0"/>
              <a:t>.</a:t>
            </a:r>
            <a:endParaRPr sz="1400" dirty="0"/>
          </a:p>
        </p:txBody>
      </p:sp>
      <p:pic>
        <p:nvPicPr>
          <p:cNvPr id="293" name="Google Shape;293;p31"/>
          <p:cNvPicPr preferRelativeResize="0"/>
          <p:nvPr/>
        </p:nvPicPr>
        <p:blipFill rotWithShape="1">
          <a:blip r:embed="rId3">
            <a:alphaModFix/>
          </a:blip>
          <a:srcRect l="11699" t="22608" r="24993" b="41207"/>
          <a:stretch/>
        </p:blipFill>
        <p:spPr>
          <a:xfrm rot="10800000" flipH="1">
            <a:off x="8111250" y="0"/>
            <a:ext cx="1032750" cy="5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Picture 3" descr="This may contain: people are standing in front of a hotel and looking at the phone screen that is open">
            <a:extLst>
              <a:ext uri="{FF2B5EF4-FFF2-40B4-BE49-F238E27FC236}">
                <a16:creationId xmlns:a16="http://schemas.microsoft.com/office/drawing/2014/main" id="{241C6FAE-BFA3-256A-D863-D4058C00A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073" y="590301"/>
            <a:ext cx="3498599" cy="361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Google Shape;292;p31"/>
          <p:cNvPicPr preferRelativeResize="0"/>
          <p:nvPr/>
        </p:nvPicPr>
        <p:blipFill rotWithShape="1">
          <a:blip r:embed="rId5">
            <a:alphaModFix/>
          </a:blip>
          <a:srcRect l="-126" t="61246" r="-4960"/>
          <a:stretch/>
        </p:blipFill>
        <p:spPr>
          <a:xfrm rot="10800000">
            <a:off x="4285456" y="4103481"/>
            <a:ext cx="3182141" cy="105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11BE-34E8-AEEE-450C-022DF112F3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4948" y="705757"/>
            <a:ext cx="4075113" cy="1054100"/>
          </a:xfrm>
        </p:spPr>
        <p:txBody>
          <a:bodyPr/>
          <a:lstStyle/>
          <a:p>
            <a:r>
              <a:rPr lang="en-IN" dirty="0"/>
              <a:t>Key Modules:-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344DC-E05A-92AE-6B07-71D1B76056BF}"/>
              </a:ext>
            </a:extLst>
          </p:cNvPr>
          <p:cNvSpPr txBox="1"/>
          <p:nvPr/>
        </p:nvSpPr>
        <p:spPr>
          <a:xfrm>
            <a:off x="2890158" y="1683756"/>
            <a:ext cx="236057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Britannic Bold" panose="020B0903060703020204" pitchFamily="34" charset="0"/>
              </a:rPr>
              <a:t>User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Britannic Bold" panose="020B0903060703020204" pitchFamily="34" charset="0"/>
              </a:rPr>
              <a:t>Admin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Britannic Bold" panose="020B0903060703020204" pitchFamily="34" charset="0"/>
              </a:rPr>
              <a:t>Booking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Britannic Bold" panose="020B0903060703020204" pitchFamily="34" charset="0"/>
              </a:rPr>
              <a:t>Payment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Britannic Bold" panose="020B0903060703020204" pitchFamily="34" charset="0"/>
              </a:rPr>
              <a:t>Room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Britannic Bold" panose="020B0903060703020204" pitchFamily="34" charset="0"/>
              </a:rPr>
              <a:t>Hotel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1026" name="Picture 2" descr="Story Pin image">
            <a:extLst>
              <a:ext uri="{FF2B5EF4-FFF2-40B4-BE49-F238E27FC236}">
                <a16:creationId xmlns:a16="http://schemas.microsoft.com/office/drawing/2014/main" id="{3B21F917-31E0-0D26-F86D-15C45E5FD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0134">
            <a:off x="5400701" y="174456"/>
            <a:ext cx="1412027" cy="1080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is may contain: a computer screen with the word admin on it and a man's face">
            <a:extLst>
              <a:ext uri="{FF2B5EF4-FFF2-40B4-BE49-F238E27FC236}">
                <a16:creationId xmlns:a16="http://schemas.microsoft.com/office/drawing/2014/main" id="{566D4640-B333-624F-0491-1AAD88495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42857">
            <a:off x="5807622" y="901870"/>
            <a:ext cx="1585504" cy="142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is may contain: a woman sitting at a desk in front of a computer giving the thumbs up sign">
            <a:extLst>
              <a:ext uri="{FF2B5EF4-FFF2-40B4-BE49-F238E27FC236}">
                <a16:creationId xmlns:a16="http://schemas.microsoft.com/office/drawing/2014/main" id="{280D8C60-17B5-80BE-B728-A672C4C7E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18035">
            <a:off x="5269302" y="1714702"/>
            <a:ext cx="1287208" cy="118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is may contain: a hand holding a smart phone with a credit card on the screen and arrows around it">
            <a:extLst>
              <a:ext uri="{FF2B5EF4-FFF2-40B4-BE49-F238E27FC236}">
                <a16:creationId xmlns:a16="http://schemas.microsoft.com/office/drawing/2014/main" id="{5AB1C641-41D5-EE5F-555D-FA6FE15C95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3" t="10773" r="13200" b="9530"/>
          <a:stretch>
            <a:fillRect/>
          </a:stretch>
        </p:blipFill>
        <p:spPr bwMode="auto">
          <a:xfrm rot="19754219">
            <a:off x="6135553" y="2458451"/>
            <a:ext cx="1405582" cy="1178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is may contain: a living room with a couch, coffee table and television">
            <a:extLst>
              <a:ext uri="{FF2B5EF4-FFF2-40B4-BE49-F238E27FC236}">
                <a16:creationId xmlns:a16="http://schemas.microsoft.com/office/drawing/2014/main" id="{6200E213-1F3A-FD0E-BC6B-DCB2E6F44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22061">
            <a:off x="5284272" y="3199644"/>
            <a:ext cx="1404989" cy="102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his may contain: a hotel building with five stars on top and the word hotel written in front of it">
            <a:extLst>
              <a:ext uri="{FF2B5EF4-FFF2-40B4-BE49-F238E27FC236}">
                <a16:creationId xmlns:a16="http://schemas.microsoft.com/office/drawing/2014/main" id="{E856B8CF-4593-3C00-2ECF-6DE50B4E2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21085">
            <a:off x="6383398" y="3801000"/>
            <a:ext cx="1465346" cy="110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824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C051C93-C351-3688-1E6F-3F5DCAB3C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566" y="1859893"/>
            <a:ext cx="4241867" cy="250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ritannic Bold" panose="020B0903060703020204" pitchFamily="34" charset="0"/>
              </a:rPr>
              <a:t>Mappings</a:t>
            </a:r>
            <a:endParaRPr lang="en-US" altLang="en-US" sz="3200" b="1" dirty="0">
              <a:solidFill>
                <a:schemeClr val="tx1"/>
              </a:solidFill>
              <a:latin typeface="Britannic Bold" panose="020B09030607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ritannic Bold" panose="020B0903060703020204" pitchFamily="34" charset="0"/>
            </a:endParaRPr>
          </a:p>
          <a:p>
            <a:pPr marL="285750" lvl="4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User ↔ Booking: One-to-Many (Aggregation)</a:t>
            </a:r>
          </a:p>
          <a:p>
            <a:pPr marL="285750" lvl="4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Room ↔ Booking: One-to-Many (Aggregation)</a:t>
            </a:r>
          </a:p>
          <a:p>
            <a:pPr marL="285750" lvl="4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Booking → User / Room: Many-to-One</a:t>
            </a:r>
          </a:p>
          <a:p>
            <a:pPr marL="285750" lvl="4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Payment → Booking/User/Room: References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3B4D6-4442-DF99-2470-52BABD983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270" y="0"/>
            <a:ext cx="3952782" cy="176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28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"/>
          <p:cNvSpPr txBox="1">
            <a:spLocks noGrp="1"/>
          </p:cNvSpPr>
          <p:nvPr>
            <p:ph type="title"/>
          </p:nvPr>
        </p:nvSpPr>
        <p:spPr>
          <a:xfrm>
            <a:off x="3903326" y="495173"/>
            <a:ext cx="3424500" cy="10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600" dirty="0"/>
              <a:t>Objectives</a:t>
            </a:r>
            <a:endParaRPr sz="3600" dirty="0"/>
          </a:p>
        </p:txBody>
      </p:sp>
      <p:sp>
        <p:nvSpPr>
          <p:cNvPr id="423" name="Google Shape;423;p42"/>
          <p:cNvSpPr txBox="1">
            <a:spLocks noGrp="1"/>
          </p:cNvSpPr>
          <p:nvPr>
            <p:ph type="subTitle" idx="1"/>
          </p:nvPr>
        </p:nvSpPr>
        <p:spPr>
          <a:xfrm>
            <a:off x="4693647" y="1702273"/>
            <a:ext cx="3809003" cy="7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Make the booking process simple for guests.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Help hotel admins manage rooms and bookings.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Keep user data safe and secure.</a:t>
            </a:r>
          </a:p>
        </p:txBody>
      </p:sp>
      <p:pic>
        <p:nvPicPr>
          <p:cNvPr id="425" name="Google Shape;425;p42"/>
          <p:cNvPicPr preferRelativeResize="0"/>
          <p:nvPr/>
        </p:nvPicPr>
        <p:blipFill rotWithShape="1">
          <a:blip r:embed="rId3">
            <a:alphaModFix/>
          </a:blip>
          <a:srcRect l="11699" t="22607" r="24993" b="42040"/>
          <a:stretch/>
        </p:blipFill>
        <p:spPr>
          <a:xfrm rot="10800000" flipH="1">
            <a:off x="68025" y="13600"/>
            <a:ext cx="1032750" cy="5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6" name="Picture 4" descr="This may contain: a man is standing in front of a hotel with a map and location pin on it">
            <a:extLst>
              <a:ext uri="{FF2B5EF4-FFF2-40B4-BE49-F238E27FC236}">
                <a16:creationId xmlns:a16="http://schemas.microsoft.com/office/drawing/2014/main" id="{1C540AE7-814E-F0A6-F78B-A3D65E33B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94" y="1029173"/>
            <a:ext cx="3137234" cy="332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" name="Google Shape;424;p42"/>
          <p:cNvPicPr preferRelativeResize="0"/>
          <p:nvPr/>
        </p:nvPicPr>
        <p:blipFill rotWithShape="1">
          <a:blip r:embed="rId5">
            <a:alphaModFix/>
          </a:blip>
          <a:srcRect l="15297" t="12915" r="16011" b="23084"/>
          <a:stretch/>
        </p:blipFill>
        <p:spPr>
          <a:xfrm flipH="1">
            <a:off x="3035875" y="3660325"/>
            <a:ext cx="1592025" cy="14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E4023-7048-6DDC-5BED-0BE04C945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0125" y="485700"/>
            <a:ext cx="3424500" cy="1068000"/>
          </a:xfrm>
        </p:spPr>
        <p:txBody>
          <a:bodyPr/>
          <a:lstStyle/>
          <a:p>
            <a:r>
              <a:rPr lang="en-IN" sz="4000" dirty="0"/>
              <a:t>Outcome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1D47A7-25EC-BEBA-95A1-071CE6CD00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60850" y="1836543"/>
            <a:ext cx="438150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A fully working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Hotel Booking System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successfully developed.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🔐 Secure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and registration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password encryption was implemented.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Guests can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rooms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date, price, and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🏨 Detailed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room pages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images, amenities, and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📝 Guests can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rooms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view booking history, and cancel if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🛠️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manage rooms, view all bookings, and update statuses.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Admin can view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and analytics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room occupancy and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📱 The system is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and user-friendly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both web and mobile.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72A50-D35D-6F4C-46CA-60F3B8A4A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1809750"/>
            <a:ext cx="3498850" cy="2343150"/>
          </a:xfrm>
          <a:prstGeom prst="rect">
            <a:avLst/>
          </a:prstGeom>
        </p:spPr>
      </p:pic>
      <p:pic>
        <p:nvPicPr>
          <p:cNvPr id="7" name="Google Shape;510;p48">
            <a:extLst>
              <a:ext uri="{FF2B5EF4-FFF2-40B4-BE49-F238E27FC236}">
                <a16:creationId xmlns:a16="http://schemas.microsoft.com/office/drawing/2014/main" id="{C9FF20EF-616E-53BD-C4ED-CBE8623E9C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4590" y="3356078"/>
            <a:ext cx="2075156" cy="1787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457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7FD9EC7-4D6C-1213-AD22-A1A7764C7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232" y="1931614"/>
            <a:ext cx="5907536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04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7"/>
          <p:cNvPicPr preferRelativeResize="0"/>
          <p:nvPr/>
        </p:nvPicPr>
        <p:blipFill rotWithShape="1">
          <a:blip r:embed="rId3">
            <a:alphaModFix/>
          </a:blip>
          <a:srcRect l="11137" r="21932" b="21500"/>
          <a:stretch/>
        </p:blipFill>
        <p:spPr>
          <a:xfrm rot="4794723" flipH="1">
            <a:off x="489780" y="3565761"/>
            <a:ext cx="1551225" cy="229454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6C4E179-9684-5CF2-BEFC-58F7697774A3}"/>
              </a:ext>
            </a:extLst>
          </p:cNvPr>
          <p:cNvSpPr txBox="1"/>
          <p:nvPr/>
        </p:nvSpPr>
        <p:spPr>
          <a:xfrm>
            <a:off x="374675" y="22647"/>
            <a:ext cx="5492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tx1">
                    <a:lumMod val="75000"/>
                  </a:schemeClr>
                </a:solidFill>
                <a:latin typeface="Aptos ExtraBold" panose="020B0004020202020204" pitchFamily="34" charset="0"/>
              </a:rPr>
              <a:t>Class Diagram 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285A4-2CC1-357B-D76E-C9365113C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059" y="697522"/>
            <a:ext cx="5017770" cy="37484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>
          <a:extLst>
            <a:ext uri="{FF2B5EF4-FFF2-40B4-BE49-F238E27FC236}">
              <a16:creationId xmlns:a16="http://schemas.microsoft.com/office/drawing/2014/main" id="{D58781C4-12B0-BAEF-A9BC-4AA75FED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>
            <a:extLst>
              <a:ext uri="{FF2B5EF4-FFF2-40B4-BE49-F238E27FC236}">
                <a16:creationId xmlns:a16="http://schemas.microsoft.com/office/drawing/2014/main" id="{CE86D03E-4D4B-7CBA-EBFF-033E542936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100" y="276726"/>
            <a:ext cx="54535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/>
              <a:t>Use Case Diagram</a:t>
            </a:r>
            <a:endParaRPr sz="2400" dirty="0"/>
          </a:p>
        </p:txBody>
      </p:sp>
      <p:pic>
        <p:nvPicPr>
          <p:cNvPr id="369" name="Google Shape;369;p37">
            <a:extLst>
              <a:ext uri="{FF2B5EF4-FFF2-40B4-BE49-F238E27FC236}">
                <a16:creationId xmlns:a16="http://schemas.microsoft.com/office/drawing/2014/main" id="{BC59E8E6-0BFF-E40D-A22E-CC0D238066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137" r="21932" b="21500"/>
          <a:stretch/>
        </p:blipFill>
        <p:spPr>
          <a:xfrm flipH="1">
            <a:off x="8142434" y="3173708"/>
            <a:ext cx="1551225" cy="2294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69B689-229D-019B-642D-D107983C4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002" y="1435791"/>
            <a:ext cx="4302042" cy="320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78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0C7A-E427-531F-3C84-609910F4A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653" y="1944704"/>
            <a:ext cx="4740300" cy="541500"/>
          </a:xfrm>
        </p:spPr>
        <p:txBody>
          <a:bodyPr/>
          <a:lstStyle/>
          <a:p>
            <a:r>
              <a:rPr lang="en-IN" dirty="0"/>
              <a:t>Activity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CE627-24E2-87C0-0738-3840173EA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1" y="123122"/>
            <a:ext cx="3251762" cy="472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44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>
          <a:extLst>
            <a:ext uri="{FF2B5EF4-FFF2-40B4-BE49-F238E27FC236}">
              <a16:creationId xmlns:a16="http://schemas.microsoft.com/office/drawing/2014/main" id="{47A3FC41-FF2A-43CA-C807-E1AE76DD8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>
            <a:extLst>
              <a:ext uri="{FF2B5EF4-FFF2-40B4-BE49-F238E27FC236}">
                <a16:creationId xmlns:a16="http://schemas.microsoft.com/office/drawing/2014/main" id="{D7CF1D70-7472-4647-7FA9-070887242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5414" y="2030250"/>
            <a:ext cx="5453500" cy="5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/>
              <a:t>Sequence Diagram</a:t>
            </a:r>
            <a:endParaRPr sz="2400" dirty="0"/>
          </a:p>
        </p:txBody>
      </p:sp>
      <p:pic>
        <p:nvPicPr>
          <p:cNvPr id="369" name="Google Shape;369;p37">
            <a:extLst>
              <a:ext uri="{FF2B5EF4-FFF2-40B4-BE49-F238E27FC236}">
                <a16:creationId xmlns:a16="http://schemas.microsoft.com/office/drawing/2014/main" id="{FB358E0D-6041-4F63-8263-00DF445439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137" r="21932" b="21500"/>
          <a:stretch/>
        </p:blipFill>
        <p:spPr>
          <a:xfrm rot="9165957" flipH="1">
            <a:off x="49992" y="-123936"/>
            <a:ext cx="1551225" cy="2294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C33E4C-8B05-BB14-3075-667CECDE9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470" y="176348"/>
            <a:ext cx="4698239" cy="496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09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CCCB-00B0-0D11-7EF5-EEF34383C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027188-84FB-5FEF-44E1-D26C3FEF6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750424"/>
            <a:ext cx="5290457" cy="272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21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357" name="Google Shape;357;p36"/>
          <p:cNvSpPr txBox="1">
            <a:spLocks noGrp="1"/>
          </p:cNvSpPr>
          <p:nvPr>
            <p:ph type="body" idx="1"/>
          </p:nvPr>
        </p:nvSpPr>
        <p:spPr>
          <a:xfrm>
            <a:off x="2270360" y="1372650"/>
            <a:ext cx="4801000" cy="23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1600" dirty="0"/>
              <a:t>This system helps both guests and hotel staff.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1600" dirty="0"/>
              <a:t>It makes booking easier and faster.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1600" dirty="0"/>
              <a:t>It is safe, modern, and user-friendly.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sz="1600" dirty="0"/>
              <a:t>Useful for improving hotel service and operations.</a:t>
            </a:r>
            <a:endParaRPr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24E08-617A-7A6D-B062-350B6515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THANKS !!</a:t>
            </a:r>
            <a:endParaRPr lang="en-IN" dirty="0"/>
          </a:p>
        </p:txBody>
      </p:sp>
      <p:pic>
        <p:nvPicPr>
          <p:cNvPr id="4" name="Google Shape;510;p48">
            <a:extLst>
              <a:ext uri="{FF2B5EF4-FFF2-40B4-BE49-F238E27FC236}">
                <a16:creationId xmlns:a16="http://schemas.microsoft.com/office/drawing/2014/main" id="{CED673C2-6945-41FE-D473-92CF9CCEAF5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74140" y="4004862"/>
            <a:ext cx="2075156" cy="1787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09;p48">
            <a:extLst>
              <a:ext uri="{FF2B5EF4-FFF2-40B4-BE49-F238E27FC236}">
                <a16:creationId xmlns:a16="http://schemas.microsoft.com/office/drawing/2014/main" id="{B10D8ADD-EEA3-3B5D-ED25-86AA62817A0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0503" y="-589998"/>
            <a:ext cx="2075156" cy="1787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6101232"/>
      </p:ext>
    </p:extLst>
  </p:cSld>
  <p:clrMapOvr>
    <a:masterClrMapping/>
  </p:clrMapOvr>
</p:sld>
</file>

<file path=ppt/theme/theme1.xml><?xml version="1.0" encoding="utf-8"?>
<a:theme xmlns:a="http://schemas.openxmlformats.org/drawingml/2006/main" name="Winter Color Palette Portfolio by Slidesgo">
  <a:themeElements>
    <a:clrScheme name="Simple Light">
      <a:dk1>
        <a:srgbClr val="063763"/>
      </a:dk1>
      <a:lt1>
        <a:srgbClr val="FFFFFF"/>
      </a:lt1>
      <a:dk2>
        <a:srgbClr val="98CAEE"/>
      </a:dk2>
      <a:lt2>
        <a:srgbClr val="79B5DF"/>
      </a:lt2>
      <a:accent1>
        <a:srgbClr val="6299C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637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3906</TotalTime>
  <Words>313</Words>
  <Application>Microsoft Office PowerPoint</Application>
  <PresentationFormat>On-screen Show (16:9)</PresentationFormat>
  <Paragraphs>50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Wingdings</vt:lpstr>
      <vt:lpstr>Montserrat ExtraBold</vt:lpstr>
      <vt:lpstr>Aptos ExtraBold</vt:lpstr>
      <vt:lpstr>Syne</vt:lpstr>
      <vt:lpstr>Courier New</vt:lpstr>
      <vt:lpstr>Arial Narrow</vt:lpstr>
      <vt:lpstr>Britannic Bold</vt:lpstr>
      <vt:lpstr>Nunito Light</vt:lpstr>
      <vt:lpstr>Arial</vt:lpstr>
      <vt:lpstr>Winter Color Palette Portfolio by Slidesgo</vt:lpstr>
      <vt:lpstr>Hotel Booking System</vt:lpstr>
      <vt:lpstr>Introduction</vt:lpstr>
      <vt:lpstr>Problem Statement</vt:lpstr>
      <vt:lpstr>Key Modules:-</vt:lpstr>
      <vt:lpstr>PowerPoint Presentation</vt:lpstr>
      <vt:lpstr>Objectives</vt:lpstr>
      <vt:lpstr>Outcome</vt:lpstr>
      <vt:lpstr>PowerPoint Presentation</vt:lpstr>
      <vt:lpstr>PowerPoint Presentation</vt:lpstr>
      <vt:lpstr>Use Case Diagram</vt:lpstr>
      <vt:lpstr>Activity Diagram</vt:lpstr>
      <vt:lpstr>Sequence Diagram</vt:lpstr>
      <vt:lpstr>ER Diagram</vt:lpstr>
      <vt:lpstr>Conclusion</vt:lpstr>
      <vt:lpstr>THANKS 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Shreenithy Shanmugharaj</dc:creator>
  <cp:lastModifiedBy>Shreenithy Shanmugharaj</cp:lastModifiedBy>
  <cp:revision>13</cp:revision>
  <dcterms:modified xsi:type="dcterms:W3CDTF">2025-08-23T14:15:02Z</dcterms:modified>
</cp:coreProperties>
</file>